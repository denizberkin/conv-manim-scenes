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64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46C0A-85A9-405C-AD00-D7C4AA9D50C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94BDB-50DA-430B-BB78-AF48696C01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816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94BDB-50DA-430B-BB78-AF48696C01E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58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BD2F-12E8-B45C-FDE2-731A9086B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0405C-1853-2E3D-BEE7-DCD294FF0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6538F-61FC-BCA2-8469-26C5A2EA9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10278-318E-7525-C7F6-18838117D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94BDB-50DA-430B-BB78-AF48696C01E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38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60779-9197-5BF1-37C3-BF3ED5E78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41EA6-9418-885E-2105-0853827DF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2D10E-2513-F183-1E2F-BCC9F6B70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E3E21-A922-943F-90C7-E56944CDE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94BDB-50DA-430B-BB78-AF48696C01E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39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F8C7-E6DA-1EEA-B1DB-885E3B50B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6A998-798D-357D-EBDB-76D660007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BA71C-EA54-ED39-B2BA-AB81C595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33777-C8EE-9666-05A4-666E7A2F4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89BF8-24F3-7518-459B-890CE78A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54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A3A51-8589-6905-01F9-3675BE65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3F801-E69D-BE49-2801-5E6407300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3D907-0C62-DEE7-E62A-2407BFDEA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EE1DA-62C7-6A86-B4AE-2DC65E571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BB497-F354-E9A1-44EF-7C0C9C591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87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2580-34E5-5823-BE7F-CB926696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00E06-8700-B42B-96CB-865890F56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4CAA7-280A-CE9E-A851-328648A8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E7C66-15D1-3066-1BA0-26BDACD9C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419CF-7294-F00D-914E-9CB1FAEA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375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BFB7-6AAB-28A4-00D0-123D9314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F7FB-BC13-DC9B-A4FA-9C954761C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D6C51-14C7-19E1-DA68-444A8C8D9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E290A-1B98-3502-7ECC-DE303A921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32E52-4211-B043-B8C7-43AC5097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C827C-9BA8-1067-C653-4E4965BE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56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115FB-0FB6-42A8-473E-E29F4FDDE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94985-0ADC-51CD-E68B-3084D4CD9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B9B03-508B-EB50-3D93-56DBF2FAE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587716-C238-2D52-9C61-B70AFD3DF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07DA0C-6D36-7590-944E-5948AC177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55D10-1B1C-4FFE-45C3-F6FDAAAA6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EB6711-7C38-0CD9-CC9C-4B7AF8D9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FFBBA-0C8A-EF59-6CCE-B95F124C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49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71875-AF16-F354-C5FE-5F3E5480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45E6E-A733-C23F-CB85-85740FEAA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77C85-D4B3-5773-676C-40BC8591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F823E-EBC2-9155-50D4-BC94DBEE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589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F1DAB1-BDDE-BCA9-8444-D36DA9073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D0015-DA85-9236-8A19-F977B2193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0C5FE-5021-69E2-5E3E-19173ED3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70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DD1E-5F4C-0B11-2611-C5E48C7A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5250-082D-CD7B-EACA-1A5060141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7CA4D-5570-C433-33A3-9D2F409AE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BA349-1DE8-2F9F-BF44-22BE0B4CD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52951-9B60-EBC0-FA99-255A1EF5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5279E-800A-2C3D-0880-130D362B7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48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E2CB-DD8C-BB2E-C335-9D9C00761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D0B2EE-FD4F-7C8A-87BD-F0C4C608A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E4AC9D-CF45-002E-6B73-705C5F3B4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F9E4B-4187-E9A7-F52A-3C3A77BD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09DC2-C4FC-D90B-A01E-E2A7D7D2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083F3-2AEC-6C34-0FE3-F3578F17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57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8135-042D-DC70-2A26-1CD3301D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582CF-FE13-0E7E-053D-D46AFFE9D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1C7FB-16AB-A689-C96C-D36F74D3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17BCD-7A39-3133-65DB-69D6F21A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9F22B-80A8-2288-DB12-7E9D9F4C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39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176CD-E3EF-3947-2105-73E4F0ECD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DC85-257C-B49D-57D8-E8769FD50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2051E-A6C6-C832-D1F3-1D0CAB57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6F51A-3D1C-95E3-DCB3-22437F4C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59B2D-DF82-F9FE-8248-E01FF6A6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06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0B132-B42D-8228-C770-405E37F1A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F43BE-D150-9B10-A485-C844D4750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ACADE-7B4F-C7A4-68F3-9F012499E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2883D-A716-48D5-9D39-9546122D15E3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6F615-4B27-A53F-01F8-B91EB931B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5BDEB-CB4E-B1FA-F338-F3198E5A1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0BDC2-A50B-4F02-B94A-F939D0535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711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6036-A261-9380-4CF1-8C2460A68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563563"/>
            <a:ext cx="9156700" cy="979487"/>
          </a:xfrm>
        </p:spPr>
        <p:txBody>
          <a:bodyPr/>
          <a:lstStyle/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  <a:latin typeface="Computer Modern"/>
                <a:ea typeface="Roboto" panose="020F0502020204030204" pitchFamily="2" charset="0"/>
                <a:cs typeface="Roboto" panose="020F0502020204030204" pitchFamily="2" charset="0"/>
              </a:rPr>
              <a:t>Convolution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22A840-AA8B-1BCA-6B9C-CECDAE9DB377}"/>
              </a:ext>
            </a:extLst>
          </p:cNvPr>
          <p:cNvSpPr txBox="1">
            <a:spLocks/>
          </p:cNvSpPr>
          <p:nvPr/>
        </p:nvSpPr>
        <p:spPr>
          <a:xfrm>
            <a:off x="1517650" y="3886200"/>
            <a:ext cx="9156700" cy="20129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solidFill>
                  <a:schemeClr val="bg1"/>
                </a:solidFill>
                <a:latin typeface="Computer Modern"/>
                <a:ea typeface="Roboto" panose="020F0502020204030204" pitchFamily="2" charset="0"/>
                <a:cs typeface="Roboto" panose="020F0502020204030204" pitchFamily="2" charset="0"/>
              </a:rPr>
              <a:t>Berkin Deniz Kahya</a:t>
            </a:r>
          </a:p>
          <a:p>
            <a:r>
              <a:rPr lang="en-GB" sz="600" dirty="0">
                <a:solidFill>
                  <a:schemeClr val="bg1"/>
                </a:solidFill>
                <a:latin typeface="Computer Modern"/>
                <a:ea typeface="Roboto" panose="020F0502020204030204" pitchFamily="2" charset="0"/>
                <a:cs typeface="Roboto" panose="020F0502020204030204" pitchFamily="2" charset="0"/>
              </a:rPr>
              <a:t>No idea what else to write here ^^</a:t>
            </a:r>
          </a:p>
          <a:p>
            <a:endParaRPr lang="en-GB" sz="2400" dirty="0">
              <a:solidFill>
                <a:schemeClr val="bg1"/>
              </a:solidFill>
              <a:latin typeface="Computer Modern"/>
              <a:ea typeface="Roboto" panose="020F0502020204030204" pitchFamily="2" charset="0"/>
              <a:cs typeface="Roboto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11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A756-2E94-472D-77A9-AD39184D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Combining two signals</a:t>
            </a:r>
          </a:p>
        </p:txBody>
      </p:sp>
      <p:pic>
        <p:nvPicPr>
          <p:cNvPr id="7" name="Picture 6" descr="A screenshot of math equations&#10;&#10;AI-generated content may be incorrect.">
            <a:extLst>
              <a:ext uri="{FF2B5EF4-FFF2-40B4-BE49-F238E27FC236}">
                <a16:creationId xmlns:a16="http://schemas.microsoft.com/office/drawing/2014/main" id="{D92E8450-06EB-1D32-7D5E-0865E98E5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862138"/>
            <a:ext cx="76200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383BF-36FB-2C6D-91DD-1ED3DD688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01E8-7070-B683-503B-708D18D79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We use them in…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2011-2EA1-C040-CBB8-D141FDB5C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Image processing</a:t>
            </a:r>
          </a:p>
          <a:p>
            <a:pPr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Solving differential equations</a:t>
            </a:r>
          </a:p>
          <a:p>
            <a:pPr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Probability theory</a:t>
            </a:r>
          </a:p>
          <a:p>
            <a:pPr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you can also multiply polynomials :p</a:t>
            </a:r>
          </a:p>
        </p:txBody>
      </p:sp>
    </p:spTree>
    <p:extLst>
      <p:ext uri="{BB962C8B-B14F-4D97-AF65-F5344CB8AC3E}">
        <p14:creationId xmlns:p14="http://schemas.microsoft.com/office/powerpoint/2010/main" val="91346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3D27A-9A9A-B111-423B-64549C48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D2DB-4A32-C6A9-FC28-649FABC9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7650-C558-4A98-8A8F-AC089FCAD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50" y="18129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Could be a bit overwhelming</a:t>
            </a:r>
          </a:p>
        </p:txBody>
      </p:sp>
      <p:pic>
        <p:nvPicPr>
          <p:cNvPr id="1028" name="Picture 4" descr="Monkey Chin GIFs | Tenor">
            <a:extLst>
              <a:ext uri="{FF2B5EF4-FFF2-40B4-BE49-F238E27FC236}">
                <a16:creationId xmlns:a16="http://schemas.microsoft.com/office/drawing/2014/main" id="{31026EE2-34AB-8ABE-5E33-A6FFF684F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32" y="2602938"/>
            <a:ext cx="3120257" cy="309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519B367-2BA4-E27E-2324-E993141FF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288" y="2356317"/>
            <a:ext cx="5935133" cy="333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58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44840-2E12-0E2D-5B0D-5FFCAFF13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528D5-97B5-AC30-D880-4D069B5DA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593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Etymology?</a:t>
            </a:r>
          </a:p>
        </p:txBody>
      </p:sp>
      <p:pic>
        <p:nvPicPr>
          <p:cNvPr id="4" name="Picture 3" descr="A white arrow with a black background&#10;&#10;AI-generated content may be incorrect.">
            <a:extLst>
              <a:ext uri="{FF2B5EF4-FFF2-40B4-BE49-F238E27FC236}">
                <a16:creationId xmlns:a16="http://schemas.microsoft.com/office/drawing/2014/main" id="{80184DFD-2868-5465-62D3-97ACF9035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260" y="1939615"/>
            <a:ext cx="7389480" cy="251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64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2B373-63B4-5C0A-1703-4C2E0E1C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778E-F23C-705E-4CE0-24987B90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Probabilistic Approach</a:t>
            </a:r>
          </a:p>
        </p:txBody>
      </p:sp>
    </p:spTree>
    <p:extLst>
      <p:ext uri="{BB962C8B-B14F-4D97-AF65-F5344CB8AC3E}">
        <p14:creationId xmlns:p14="http://schemas.microsoft.com/office/powerpoint/2010/main" val="3245987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6DE79-5AC2-526F-BB4A-D21EBC41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9BA5A-A5B4-BCD7-8064-7514E7FF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B7084-FF40-858B-F500-75157E31C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51896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A496E-7ECD-C7D1-8AE3-9C7219AEF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4A7C5-930B-24BF-9C0A-F1AA997A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9D286-52BD-D465-FD0F-65192D4DF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921541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51</Words>
  <Application>Microsoft Office PowerPoint</Application>
  <PresentationFormat>Widescreen</PresentationFormat>
  <Paragraphs>20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Computer Modern</vt:lpstr>
      <vt:lpstr>Office Theme</vt:lpstr>
      <vt:lpstr>Convolution</vt:lpstr>
      <vt:lpstr>Combining two signals</vt:lpstr>
      <vt:lpstr>We use them in…</vt:lpstr>
      <vt:lpstr>Definition</vt:lpstr>
      <vt:lpstr>Etymology?</vt:lpstr>
      <vt:lpstr>Probabilistic Approach</vt:lpstr>
      <vt:lpstr>Title </vt:lpstr>
      <vt:lpstr>Title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BERKİN DENİZ KAHYA</dc:creator>
  <cp:lastModifiedBy>BERKİN DENİZ KAHYA</cp:lastModifiedBy>
  <cp:revision>1</cp:revision>
  <dcterms:created xsi:type="dcterms:W3CDTF">2025-12-26T00:06:33Z</dcterms:created>
  <dcterms:modified xsi:type="dcterms:W3CDTF">2025-12-26T02:56:42Z</dcterms:modified>
</cp:coreProperties>
</file>